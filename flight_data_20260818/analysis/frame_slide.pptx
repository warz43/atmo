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crash was attributed to the mixer. It was not the mixer -- the mixer is correct for a standard-X, innie airframe. Two frame errors are, and they hit different axes, which is exactly why the axes disagreed with each other.
The mount: the Motive rigid body and the flight controller face opposite ways on the vehicle. You can see it on the robot -- it needs no proof. If asked: measured against the FC's own attitude on three flights it is 179.9 / 179.1 / 178.6 deg, residual 1.0-3.2 deg, and since Motive is z-up and the bridge's to_z_up is a no-op, no code touches the pose, so it can only be the rigid body.
The conversion: update_px4_state applies PX4's NED-&gt;ENU and FRD-&gt;FLU to the mocap bridge's odometry, which is already z-up world with body-frame twist. Right conversion, wrong caller. It also swaps x with y and negates height -- the policy was told a climb was a descent.
Composition: training expects Rx(pi); the mount delivers Ry(pi); the conversion adds Rx(pi); the policy received Rz(pi) -- roll and yaw inverted, pitch clean. Roll is flipped by the mount and the conversion never touches roll, so it survived to the rotors and crashed 417: the policy's own roll command climbs +0.15 to +0.37 while roll runs -5 to -100 deg, plant slope -38.1 rad/s^2 per unit. Pitch is flipped by the mount and back by the conversion, which is why every mixer-side test called pitch the clean axis. Yaw is flipped by the conversion alone -- the 413 runaway -- and the 8/18 column flip cancelled it rather than fixing the mixer.
So: fix the mount, remove the conversion, and revert the 8/18 yaw column, all in one change. Do NOT deploy the designed roll negation -- fixing the mount already fixes roll. Restrained single-axis bench tests gate the next flight.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Frame Errors Flipped the Axes — Not the Mixer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 2026-08-18 flight 3 (log_417) · measured from the bags and the deployed runtime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321040" cy="10973"/>
          </a:xfrm>
          <a:prstGeom prst="rect">
            <a:avLst/>
          </a:prstGeom>
          <a:solidFill>
            <a:srgbClr val="DDE3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 loop was positive feedback</a:t>
            </a:r>
            <a:endParaRPr lang="en-US" sz="1300" dirty="0"/>
          </a:p>
        </p:txBody>
      </p:sp>
      <p:pic>
        <p:nvPicPr>
          <p:cNvPr id="6" name="Image 0" descr="C:\Users\minec\ATMO\flight_data_20260818\analysis\frame\roll_feed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5074920" cy="21305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3832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wrong frames, one on top of the other</a:t>
            </a:r>
            <a:endParaRPr lang="en-US" sz="1300" dirty="0"/>
          </a:p>
        </p:txBody>
      </p:sp>
      <p:pic>
        <p:nvPicPr>
          <p:cNvPr id="8" name="Image 1" descr="C:\Users\minec\ATMO\flight_data_20260818\analysis\frame\fram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39312"/>
            <a:ext cx="5074920" cy="11887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05856" y="91440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wrong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705856" y="1170432"/>
            <a:ext cx="3090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mocap rig faces backwards. </a:t>
            </a:r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rigid body and the flight controller point opposite ways on the vehicle, and nothing downstream removes it.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PX4 conversion ran on non-PX4 data. </a:t>
            </a:r>
            <a:pPr indent="0" marL="0">
              <a:buNone/>
            </a:pPr>
            <a:r>
              <a:rPr lang="en-US" sz="105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update_px4_state applied NED→ENU and FRD→FLU to bridge odometry that was already z-up world with body-frame twist — right conversion, wrong caller.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705856" y="2670048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axis did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05856" y="2926080"/>
          <a:ext cx="3090672" cy="914400"/>
        </p:xfrm>
        <a:graphic>
          <a:graphicData uri="http://schemas.openxmlformats.org/drawingml/2006/table">
            <a:tbl>
              <a:tblPr/>
              <a:tblGrid>
                <a:gridCol w="530352"/>
                <a:gridCol w="548640"/>
                <a:gridCol w="530352"/>
                <a:gridCol w="1481328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4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A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INVERTED — crashed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4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7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correct, by accident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4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7A87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INVERTED (413 runaway)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5705856" y="4169664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both together. </a:t>
            </a:r>
            <a:pPr indent="0" marL="0">
              <a:buNone/>
            </a:pPr>
            <a:r>
              <a:rPr lang="en-US" sz="1000" dirty="0">
                <a:solidFill>
                  <a:srgbClr val="3A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alone still leaves two axes inverted.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486460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analysis/frame_proof.py · frame_figs.py · ANALYSIS_HANDOFF §13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2026-08-20T11:59:28Z</dcterms:created>
  <dcterms:modified xsi:type="dcterms:W3CDTF">2026-08-20T11:59:28Z</dcterms:modified>
</cp:coreProperties>
</file>