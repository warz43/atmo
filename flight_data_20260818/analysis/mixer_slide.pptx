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BEAT: the roll command peaks at 1.40 s and the vehicle crosses 75 deg at 1.41 s -- 75 deg is exactly the training attitude-termination limit. The policy fought (through an inverted mixer) right up to the edge of every state it had ever seen, and past that edge its inputs saturate (19% of channels at the normalizer rail) and the output stops being a controller. The video shows the roll departure. The scatters are the replayed network against real mocap: roll r=+0.94 with the command leading by ~100 ms -- policy and vehicle agreed perfectly about what was happening in the frame the policy saw; they disagreed with reality about which direction it was. Root cause: roll+yaw mixer columns inverted sim-&gt;hardware, plus the mocap ingestion frame (obs roll = -0.95x FC truth, pitch +1.01x). Yaw was fixed between flights 1 and 2 and the data shows its verdict flip; roll reads inverted in all flights. Mixer flip and obs-frame fix must deploy TOGETHER (each alone leaves an odd inversion count); restrained single-axis tests gate the next flight.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rolled: the policy's roll axis was inverted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697480" cy="2240280"/>
          </a:xfrm>
          <a:prstGeom prst="roundRect">
            <a:avLst>
              <a:gd name="adj" fmla="val 2449"/>
            </a:avLst>
          </a:prstGeom>
          <a:solidFill>
            <a:srgbClr val="F1F3F4"/>
          </a:solidFill>
          <a:ln w="12700">
            <a:solidFill>
              <a:srgbClr val="BDC1C6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6916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0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FLIGHT-3 VIDEO HERE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departure, ~1.7 s from spin-up to kill</a:t>
            </a:r>
            <a:endParaRPr lang="en-US" sz="1100" dirty="0"/>
          </a:p>
        </p:txBody>
      </p:sp>
      <p:pic>
        <p:nvPicPr>
          <p:cNvPr id="5" name="Image 0" descr="/home/warz42/ATMO/flight_data_20260818/analysis/log_417/slide_pitch_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788920" cy="2057400"/>
          </a:xfrm>
          <a:prstGeom prst="rect">
            <a:avLst/>
          </a:prstGeom>
        </p:spPr>
      </p:pic>
      <p:pic>
        <p:nvPicPr>
          <p:cNvPr id="6" name="Image 1" descr="/home/warz42/ATMO/flight_data_20260818/analysis/log_417/slide_dom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868680"/>
            <a:ext cx="2880360" cy="2121408"/>
          </a:xfrm>
          <a:prstGeom prst="rect">
            <a:avLst/>
          </a:prstGeom>
        </p:spPr>
      </p:pic>
      <p:pic>
        <p:nvPicPr>
          <p:cNvPr id="7" name="Image 2" descr="/home/warz42/ATMO/flight_data_20260818/analysis/log_417/slide_scat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10128"/>
            <a:ext cx="5394960" cy="16916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89320" y="3401568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vs real mocap (in-domain window): the loop is coherent in the frame the policy saw — the sign fault sits between that frame and the airframe (mixer + obs ingestion, fixed together).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peaks at 1.40 s — the 75° training termination limit is crossed at 1.41 s. Liftoff at tilt ≈ 29°; tilt rests at the measured 17.6° through the departure.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2026-08-19T12:14:11Z</dcterms:created>
  <dcterms:modified xsi:type="dcterms:W3CDTF">2026-08-19T12:14:11Z</dcterms:modified>
</cp:coreProperties>
</file>